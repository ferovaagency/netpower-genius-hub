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el punto 3: ya estamos en página 1 para Forza. El problema no es que no funcionemos, es que casi nadie nos 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mensaje: no venimos a pedir plata para arreglar lo básico. Lo básico ya está hecho.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Insistir: 9,2 de posición media significa que el trabajo técnico está hecho. Lo que falta es aparecer en más búsquedas, no rankear mejor en las que ya aparecemos.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arreglo más barato de todo el plan y el que desbloquea el resto.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diapositiva para el gerente de marca. Forza no sabe que empata con APC en Colombia y que su clic cuesta la mitad.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video negativo es el argumento emocional de la reunión. El gerente de marketing de Forza no sabe que eso está ahí.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se junta todo: hay demanda, hay inventario, y hasta esta semana no teníamos con qué responderle.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Dato para el gerente de marca: Forza no aparece en ninguna de las 239 respuestas, pero CyberPower y Eaton sí. Es una carrera que todavía está abierta.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aquí. Las tres peticiones que no son dinero bajan la barrera para decir que sí a la que sí lo 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235440" y="4754880"/>
            <a:ext cx="5120640" cy="5120640"/>
          </a:xfrm>
          <a:prstGeom prst="roundRect">
            <a:avLst>
              <a:gd name="adj" fmla="val 17857"/>
            </a:avLst>
          </a:prstGeom>
          <a:solidFill>
            <a:srgbClr val="0AAC9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600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NETPOWER IT  ·  SEPTIEMBRE 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057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Forza en netpowerit.co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10896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CE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Dónde estamos posicionando hoy, qué demanda deja libre el mercado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DCE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qué abre el catálogo de septiembre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343400"/>
            <a:ext cx="1280160" cy="41148"/>
          </a:xfrm>
          <a:prstGeom prst="rect">
            <a:avLst/>
          </a:prstGeom>
          <a:solidFill>
            <a:srgbClr val="0AAC9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466344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6C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las cifras de este documento salen de Google Search Console, de la base de datos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6CA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sitio y de datos de búsqueda de Colombia. Ninguna es estimada salvo donde se indica.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DE PARTIDA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Hoy el catálogo Forza pasa de 17 a 53 referencias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5623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A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5328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referencias publicadas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29000" y="169164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185623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AAE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+36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5328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subidas hoy, enviadas a indexar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85623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A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16.225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5328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unidades de inventario Forza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06840" y="169164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5440" y="185623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A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25328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líneas de producto distintas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10881360" cy="2240280"/>
          </a:xfrm>
          <a:prstGeom prst="roundRect">
            <a:avLst>
              <a:gd name="adj" fmla="val 408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356616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qué base arrancamos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3977640"/>
            <a:ext cx="10241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ficha lleva descripción propia, meta título y meta descripción escritos a mano. Forza es la marca mejor mantenida del sitio: en el resto del catálogo, 467 de 867 fichas no tienen ni foto ni precio.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sitio entrega el HTML completo a Google sin depender de JavaScript, con datos estructurados de producto y precio en cada ficha.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36 nuevas se publican hoy y se envían a indexar con prioridad en Search Console, en vez de esperar a que Google las descubra solo.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de lo que sigue depende de arreglar el sitio. La base técnica está lista y pagada.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Fuentes: base de datos de netpowerit.co y «Lista de Precios Forza Completa – Septiembre 2026», ambas al 14 de septiembre de 2026.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DICE GOOGLE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 estamos en la primera página. Casi nadie nos ve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Consultas que contienen «forza» — últimos 90 días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933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AA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70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posición media en Google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82880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19933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670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impresiones en 90 días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19933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4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670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 en 90 días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06840" y="18288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35440" y="199339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B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1,1 %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9235440" y="26700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52044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3703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A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bueno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04164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Posición 9,2 es final de la primera página. Las fichas compiten: Google ya las entiende y las considera relevantes. No hay un problema técnico que resolver.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352044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37033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44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grave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404164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impresiones en 90 días es una al día. En ese mismo periodo se hicieron alrededor de 3.500 búsquedas de marca Forza en Colombia. Estamos apareciendo en el 2,6 % de ellas.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Google Search Console, propiedad netpowerit.co, 13 jun – 11 sep 2026, filtro de consulta «contiene forza». El sitio completo: 12.300 impresiones y 187 clics en el mismo periodo.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HALLAZGO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Solo aparecemos cuando ya saben el código del modelo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8 consultas que nos dieron impresiones en 90 días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60350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371600"/>
                <a:gridCol w="10972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Impresiones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Clics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forza fsp-612usbw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forza fdc-1000t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forza fvr-1221usb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forza fpp-t100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multitoma forza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forza fvr-3001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forza fvr 3001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forza fpp-t300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040880" y="1783080"/>
            <a:ext cx="4480560" cy="3108960"/>
          </a:xfrm>
          <a:prstGeom prst="roundRect">
            <a:avLst>
              <a:gd name="adj" fmla="val 2941"/>
            </a:avLst>
          </a:prstGeom>
          <a:solidFill>
            <a:srgbClr val="0E2C2A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0" y="201168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Siete de las ocho son un código de referencia.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297180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8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«multitoma forza» está escrita como habla un comprador. Y trajo 7 impresiones.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8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aparecemos ni una vez en «ups forza», «regulador de voltaje forza» ni «protector de voltaje forza».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507492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Traducción: hoy solo nos encuentra quien ya decidió qué modelo quiere. No estamos presentes en el momento en que la persona todavía está eligiendo — que es donde se gana o se pierde la venta.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Google Search Console, 13 jun – 11 sep 2026.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PASA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causa está en el título de cada ficha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nombres vienen del catálogo del distribuidor, en inglés y en clave. Ese mismo texto es el titular de la ficha, el título que Google muestra en resultados y lo que lee un motor de IA cuando resume la página.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5420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44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803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Forza FVR-1011 Volt Reg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1000VA/500W 115V 4-NEMA 50/60Hz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8404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Forza Zion-2K10N Volt Protector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120V 900J 1-NEMA 50/60Hz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8920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Nadie busca «Volt Reg».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0E2C2A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5420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PROPUESTO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88036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Regulador de Voltaje Forza FVR-1011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1000VA / 500W 115V 4 Tomas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384048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Protector de Voltaje Forza Zion 2K10N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 Julios 120V Negro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48920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3A9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tipo de producto primero, el modelo después.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53 llevan además un SKU autogenerado en vez del código de fábrica. La lista de septiembre trae el MPN real y se carga junto con el nombre nuevo.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TAMAÑO DEL PREMIO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línea que entra ataca una búsqueda concreta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447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Búsquedas al mes en Colombia. La dificultad va de 0 a 100: por debajo de 20 se considera disputable.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777240"/>
                <a:gridCol w="1234440"/>
                <a:gridCol w="3200400"/>
                <a:gridCol w="1143000"/>
                <a:gridCol w="8686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Línea Forza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Refs.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Inventario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Búsqueda que ataca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 mes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Reguladores de voltaje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5.327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regulador de voltaje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12.100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Protectores y supresores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protector de voltaje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Generadores portátiles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planta eléctrica portátil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interactiva NT y BT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6.675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forza y sus variantes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Paneles solares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panel solar portátil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online, bi y trifásica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online · ups trifásica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Multitomas, miniUPS y baterías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2.192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multitoma · batería para ups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16.225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~20.100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07492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52578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capturamos 30 búsquedas al mes de un mercado de unas 20.000. Y con las 36 referencias nuevas pasamos a tener producto en todas las líneas de esa tabla, no en tres.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datos de búsqueda de Colombia (Ubersuggest), 14 de septiembre de 2026. Inventario: lista de precios Forza de septiembre de 2026.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 SE SUELE MIRAR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Forza empata con APC en demanda de marca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4475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cuatro marcas de UPS que distribuye NetPower IT, medidas por su propia búsqueda de marca en Colombia.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66751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143000"/>
                <a:gridCol w="1280160"/>
                <a:gridCol w="13258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Búsqueda de marca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 mes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Dificultad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CPC en Google Ads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forza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apc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$1.145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cdp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$928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powest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$866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78308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0E2C2A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63840" y="199339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A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clic más barato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37744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8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Traer a alguien que busca «ups forza» cuesta 495 pesos. El mismo clic en APC cuesta 1.145: más del doble, con la misma demanda detrás.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79476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400507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estable, no una moda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38912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los últimos 13 meses «ups forza» se movió entre 390 y 590 búsquedas mensuales. No depende de una campaña ni de una temporada: es demanda de fondo que está ahí todos los meses.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379476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400507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eso significa para NetPower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438912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las cuatro marcas de UPS que distribuimos, Forza es la de mayor demanda y la más barata de pautar. Si hay que elegir una marca para concentrar el esfuerzo, los números dicen que es esta.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Ubersuggest, Colombia, 14 de septiembre de 2026. CPC convertido a pesos colombianos a la TRM implícita de la herramienta.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COMPETENCIA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 se queda hoy con «ups forza»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6858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4663440"/>
                <a:gridCol w="146304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Pos.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Quién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Autoridad de dominio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Alkosto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jd-market.com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Productos populares (resultados de compras de Google)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forzaups.com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Ktronix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44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YouTube: «NO COMPRES la UPS Forza 750va»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MercadoLibre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pcsystemcolombia.com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818120" y="1600200"/>
            <a:ext cx="3703320" cy="1600200"/>
          </a:xfrm>
          <a:prstGeom prst="roundRect">
            <a:avLst>
              <a:gd name="adj" fmla="val 5714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92440" y="178308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hace falta ser Alkosto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092440" y="219456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jd-market está en el puesto 2 con autoridad 19. Es un competidor pequeño ganándole a cadenas grandes.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818120" y="3337560"/>
            <a:ext cx="3703320" cy="1600200"/>
          </a:xfrm>
          <a:prstGeom prst="roundRect">
            <a:avLst>
              <a:gd name="adj" fmla="val 5714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92440" y="35204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A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Nadie tiene página de marca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393192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distribuidor colombiano tiene una página dedicada a Forza. Todos compiten con fichas sueltas de producto.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507492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FBEEEC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60120" y="52578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C44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video titulado «NO COMPRES la UPS Forza 750va» está en el puesto 8 de la búsqueda de marca. Ningún distribuidor está defendiendo la marca con contenido propio.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análisis de resultados de Google para «ups forza», Colombia, 14 de septiembre de 2026. netpowerit.co tiene autoridad de dominio 4.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CAMBIA AHORA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hueco que teníamos se cierra esta semana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447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Hasta la lista de septiembre, la búsqueda de marca pedía modelos que no teníamos. Ese era el principal motivo por el que no competíamos.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005840"/>
                <a:gridCol w="3291840"/>
                <a:gridCol w="1645920"/>
                <a:gridCol w="20116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 que la gente busca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 mes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Modelo Forza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Inventario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forza 1000va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NT-1011 · BT-1001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3.109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44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forza 750va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NT-751 · BT-751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44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 ups forza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DC-140USB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bajo pedido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44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forza bt 1001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BT-1001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1.543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44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forza 500va nt511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NT-511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1.058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44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panel solar portátil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FPV-T060W · T100W · T200W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44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planta eléctrica portátil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FPP-T700 · FPP-T1200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44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84632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49834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ya teníamos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5303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Reguladores, protectores y UPS online: producto profesional, ticket alto, competencia baja.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484632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0E2C2A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49834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A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suma ahora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5303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8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línea de consumo y la de energía portátil, que son las que mueven el volumen de búsqueda.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Inventario según la lista de precios Forza de septiembre de 2026. «Antes» indica si la referencia estaba publicada en netpowerit.co hasta esta semana.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FRENTE QUE NADIE MIRA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las respuestas de IA no existimos. Forza tampoco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447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Medición sobre 20 preguntas tipo de infraestructura TI en Colombia y 239 respuestas de ChatGPT, Gemini y las vistas generadas por IA de Google.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19933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6B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239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70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respuestas de IA analizadas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82880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57600" y="19933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4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670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menciones de NetPower IT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199339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152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670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marcas que sí aparecen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006840" y="1828800"/>
            <a:ext cx="2514600" cy="1417320"/>
          </a:xfrm>
          <a:prstGeom prst="roundRect">
            <a:avLst>
              <a:gd name="adj" fmla="val 6452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35440" y="199339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44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0 %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9235440" y="267004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cuota de voz en IA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5844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Marcas de energía y respaldo que sí se citan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913632"/>
          <a:ext cx="54864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463040"/>
                <a:gridCol w="13716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Menciones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Sentimiento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Eaton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positivo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CyberPower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neutro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Everexceed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neutro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C44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Forza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445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aparece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6492240" y="352044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0E2C2A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766560" y="36850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A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esto importa ahora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766560" y="4059936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8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100 % de esas preguntas son informativas y el 35 % tienen intención comercial: es gente decidiendo qué comprar. La IA responde citando a quien explicó bien el tema, no a quien tiene más catálogo.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C8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sitio ya deja entrar a GPTBot, PerplexityBot, ClaudeBot y Google-Extended, y ya entrega el HTML completo sin JavaScript. Podemos ser citados: lo que falta es contenido que merezca la cita.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Ubersuggest AI Search Visibility, proyecto netpowerit.co, últimos 30 días al 14 de septiembre de 2026, proveedores OpenAI, Gemini y Google AI Overviews.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ESTRATEGIA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familias de páginas que nadie está construyendo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447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Ningún distribuidor colombiano de Forza tiene hoy página de marca, páginas por ciudad ni contenido comparativo.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47088"/>
            <a:ext cx="10881360" cy="969264"/>
          </a:xfrm>
          <a:prstGeom prst="roundRect">
            <a:avLst>
              <a:gd name="adj" fmla="val 9434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12264"/>
            <a:ext cx="438912" cy="438912"/>
          </a:xfrm>
          <a:prstGeom prst="ellipse">
            <a:avLst/>
          </a:prstGeom>
          <a:solidFill>
            <a:srgbClr val="0AAC9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176272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19842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Página de marca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230428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/marca/forza, con las 53 referencias, la historia de la marca, garantías y cobertura.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2103120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Ataca «ups forza» y «forza colombia». Es la página que hoy no tiene nadie.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871216"/>
            <a:ext cx="10881360" cy="969264"/>
          </a:xfrm>
          <a:prstGeom prst="roundRect">
            <a:avLst>
              <a:gd name="adj" fmla="val 9434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136392"/>
            <a:ext cx="438912" cy="438912"/>
          </a:xfrm>
          <a:prstGeom prst="ellipse">
            <a:avLst/>
          </a:prstGeom>
          <a:solidFill>
            <a:srgbClr val="0AAC9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200400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30083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Páginas por ciudad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81328" y="332841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Bogotá, Medellín, Cali, Barranquilla y Bucaramanga, cada una con cobertura, tiempos de entrega y soporte reales.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3127248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1.260 búsquedas al mes y el CPC más alto de todo el plan: es tráfico que ya está comprando.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895344"/>
            <a:ext cx="10881360" cy="969264"/>
          </a:xfrm>
          <a:prstGeom prst="roundRect">
            <a:avLst>
              <a:gd name="adj" fmla="val 9434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4160520"/>
            <a:ext cx="438912" cy="438912"/>
          </a:xfrm>
          <a:prstGeom prst="ellipse">
            <a:avLst/>
          </a:prstGeom>
          <a:solidFill>
            <a:srgbClr val="0AAC9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4224528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1481328" y="403250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Comparativas y guías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81328" y="4352544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«UPS online o interactiva», «qué regulador necesita una nevera», «por qué pita una UPS», «Forza frente a APC».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4151376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Poco volumen directo, pero es exactamente lo que la IA cita y lo que contrarresta el video negativo.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4919472"/>
            <a:ext cx="10881360" cy="969264"/>
          </a:xfrm>
          <a:prstGeom prst="roundRect">
            <a:avLst>
              <a:gd name="adj" fmla="val 9434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5184648"/>
            <a:ext cx="438912" cy="438912"/>
          </a:xfrm>
          <a:prstGeom prst="ellipse">
            <a:avLst/>
          </a:prstGeom>
          <a:solidFill>
            <a:srgbClr val="0AAC9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24865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1481328" y="50566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53 fichas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481328" y="5376672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en lenguaje de comprador, MPN real, especificaciones completas y enlace a la ficha técnica de Forza.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040880" y="5175504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base de las otras tres: sin fichas buenas, la página de marca y las de ciudad no tienen qué mostrar.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" y="6163056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cuatro se refuerzan: las fichas alimentan la página de marca, la marca enlaza a las ciudades, y las comparativas traen la cita de IA que da autoridad al conjunto.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ESTRATEGIA · DETALLE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páginas por ciudad son el tráfico que más vale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72768"/>
          <a:ext cx="60350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143000"/>
                <a:gridCol w="1188720"/>
                <a:gridCol w="10515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Búsqueda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 mes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Dificultad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bogotá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$3.125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medellín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$2.197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cali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$3.558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barranquilla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$1.918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 bucaramanga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$804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5 ciudades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F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040880" y="1572768"/>
            <a:ext cx="4480560" cy="1481328"/>
          </a:xfrm>
          <a:prstGeom prst="roundRect">
            <a:avLst>
              <a:gd name="adj" fmla="val 6173"/>
            </a:avLst>
          </a:prstGeom>
          <a:solidFill>
            <a:srgbClr val="0E2C2A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0" y="17556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A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Más que toda la marca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0" y="2139696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8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1.260 búsquedas al mes contra 1.170 de todo el universo de marca Forza. Y el clic vale entre 4 y 20 veces más: es gente con proveedor por elegir, no curiosos.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040880" y="3218688"/>
            <a:ext cx="4480560" cy="1691640"/>
          </a:xfrm>
          <a:prstGeom prst="roundRect">
            <a:avLst>
              <a:gd name="adj" fmla="val 5405"/>
            </a:avLst>
          </a:prstGeom>
          <a:solidFill>
            <a:srgbClr val="FBEEEC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0" y="34198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45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riesgo, dicho claro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3803904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páginas casi iguales cambiando el nombre de la ciudad son páginas puerta, y Google las castiga. Cada una necesita contenido propio y verdadero.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0080" y="4224528"/>
            <a:ext cx="6035040" cy="1737360"/>
          </a:xfrm>
          <a:prstGeom prst="roundRect">
            <a:avLst>
              <a:gd name="adj" fmla="val 5263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44074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lleva cada página para no ser una copia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4773168"/>
            <a:ext cx="5486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Cobertura y tiempo de entrega reales a esa ciudad · condiciones de soporte y garantía en sitio · referencias con stock disponible para despacho · casos o clientes de esa región cuando los haya.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040880" y="5074920"/>
            <a:ext cx="4480560" cy="886968"/>
          </a:xfrm>
          <a:prstGeom prst="roundRect">
            <a:avLst>
              <a:gd name="adj" fmla="val 10309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0" y="52120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dónde se empieza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315200" y="550468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Bogotá primero: es la sede y la única con respaldo físico real. Las otras cuatro entran después, con el soporte ya definido.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Ubersuggest, Colombia, 14 de septiembre de 2026. CPC en pesos colombianos a la TRM de la herramienta.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HARÍAMOS · CON INVERSIÓN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Pauta: tráfico a cotización, no a carrito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447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Este catálogo no se vende con precio público: se cotiza. Por eso la pauta no va a Shopping, va a búsqueda y lleva a un formulario de cotización. Nunca se ha hecho pauta aquí, así que lo que sigue es referencia de mercado, no una proyección de resultados.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57400"/>
          <a:ext cx="10881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2011680"/>
                <a:gridCol w="37490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Campaña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qué le habla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CPC de referencia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dónde lleva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Ciudades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«ups bogotá», «ups medellín»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 – $3.560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Página de ciudad, con formulario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Marca Forza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«ups forza», «regulador forza»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$495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Página de marca /marca/forza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 de alto ticket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«ups online», «ups trifásica»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$1.315 – $1.763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Ficha del Atlas o del Zeus2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Genéricos de consumo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«protector de voltaje para nevera»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 – $250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Ficha de producto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11480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14400" y="429768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compra un millón de pesos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6634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un CPC promedio de $1.200 en la mezcla de arriba, alrededor de 830 visitas al mes a páginas con formulario. Cuántas de esas cotizan no se puede estimar sin histórico: eso lo mide el primer mes.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411480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0E2C2A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429768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AC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lo proponemos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466344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C8D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 1 de medición, con presupuesto contenido y todo el foco en dejar bien atribuida cada cotización. Mes 2 y 3 se mueve el dinero hacia lo que haya convertido. Sin datos del mes 1, subir el presupuesto es apostar.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61447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 en pesos colombianos, referencia de mercado para Colombia (Ubersuggest, 14 sep 2026). Son estimaciones, no un compromiso de resultado.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2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858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NECESITAMOS DE FORZA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515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cosas, y solo una es dinero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10698480" cy="932688"/>
          </a:xfrm>
          <a:prstGeom prst="roundRect">
            <a:avLst>
              <a:gd name="adj" fmla="val 9804"/>
            </a:avLst>
          </a:prstGeom>
          <a:solidFill>
            <a:srgbClr val="16403D"/>
          </a:solidFill>
          <a:ln w="12700">
            <a:solidFill>
              <a:srgbClr val="23514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2212848"/>
            <a:ext cx="438912" cy="438912"/>
          </a:xfrm>
          <a:prstGeom prst="ellipse">
            <a:avLst/>
          </a:prstGeom>
          <a:solidFill>
            <a:srgbClr val="0AAC9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227685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27632" y="21214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Presupuesto de pauta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627632" y="2468880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arrancar el mes de medición sobre las 53 referencias que ya quedaron publicadas hoy.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10698480" cy="932688"/>
          </a:xfrm>
          <a:prstGeom prst="roundRect">
            <a:avLst>
              <a:gd name="adj" fmla="val 9804"/>
            </a:avLst>
          </a:prstGeom>
          <a:solidFill>
            <a:srgbClr val="16403D"/>
          </a:solidFill>
          <a:ln w="12700">
            <a:solidFill>
              <a:srgbClr val="23514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87552" y="3264408"/>
            <a:ext cx="438912" cy="438912"/>
          </a:xfrm>
          <a:prstGeom prst="ellipse">
            <a:avLst/>
          </a:prstGeom>
          <a:solidFill>
            <a:srgbClr val="3AAEE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87552" y="332841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627632" y="31729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Fotos y fichas técnicas en alta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627632" y="3520440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lista de septiembre trae los enlaces, pero la columna de foto viene vacía en las 53 filas.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4069080"/>
            <a:ext cx="10698480" cy="932688"/>
          </a:xfrm>
          <a:prstGeom prst="roundRect">
            <a:avLst>
              <a:gd name="adj" fmla="val 9804"/>
            </a:avLst>
          </a:prstGeom>
          <a:solidFill>
            <a:srgbClr val="16403D"/>
          </a:solidFill>
          <a:ln w="12700">
            <a:solidFill>
              <a:srgbClr val="2351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" y="4315968"/>
            <a:ext cx="438912" cy="438912"/>
          </a:xfrm>
          <a:prstGeom prst="ellipse">
            <a:avLst/>
          </a:prstGeom>
          <a:solidFill>
            <a:srgbClr val="3AAEE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87552" y="437997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627632" y="42245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logo oficial de la marca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627632" y="4572000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publicarlo en la franja de marcas de la página de inicio. Hoy Forza aparece solo como texto.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5120640"/>
            <a:ext cx="10698480" cy="932688"/>
          </a:xfrm>
          <a:prstGeom prst="roundRect">
            <a:avLst>
              <a:gd name="adj" fmla="val 9804"/>
            </a:avLst>
          </a:prstGeom>
          <a:solidFill>
            <a:srgbClr val="16403D"/>
          </a:solidFill>
          <a:ln w="12700">
            <a:solidFill>
              <a:srgbClr val="23514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5367528"/>
            <a:ext cx="438912" cy="438912"/>
          </a:xfrm>
          <a:prstGeom prst="ellipse">
            <a:avLst/>
          </a:prstGeom>
          <a:solidFill>
            <a:srgbClr val="3AAE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87552" y="543153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E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627632" y="52760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 para el contenido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627632" y="5623560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C2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Especificaciones, condiciones de garantía y casos reales. Es lo que hace que una comparativa sea citable y no un texto genérico más.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cambio, Forza es la primera marca con página propia, páginas por ciudad, contenido comparativo y pauta dedicada en netpowerit.co.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AAC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FUENTES Y MÉTODO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dónde sale cada cifra</a:t>
            </a:r>
            <a:endParaRPr lang="en-US" sz="3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657600"/>
                <a:gridCol w="402336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Fuente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Fecha y alcance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C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Impresiones, clics y posición del sitio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Search Console, propiedad https://netpowerit.co/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 jun – 11 sep 2026. Filtro de consulta «contiene forza»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Volumen de búsqueda, dificultad y CPC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Ubersuggest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Colombia, español. Consultado el 14 sep 2026. CPC convertido a pesos a la TRM de la herramienta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Resultados y autoridad de dominio de la competencia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Ubersuggest, análisis del SERP de «ups forza»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Colombia, 14 sep 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Menciones en respuestas de IA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Ubersuggest AI Search Visibility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preguntas, 239 respuestas. OpenAI, Gemini y Google AI Overviews. Últimos 30 días al 14 sep 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Referencias, precios, stock y MPN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Lista de Precios Forza Completa, septiembre 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Entregada por Forza. 53 referencias en las hojas Consumo y Comercial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Estado de las fichas del sitio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de datos de netpowerit.co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Consultada el 14 sep 2026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8920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4F6F6"/>
          </a:solidFill>
          <a:ln w="12700">
            <a:solidFill>
              <a:srgbClr val="E2E8E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60120" y="504748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no está medido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53766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B2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histórico de pauta de este catálogo, así que no hay tasa de conversión ni costo por cotización propios. Todo lo que aparece como proyección es referencia de mercado y está marcado como tal. El primer mes de inversión es el que produce esos números.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2026-09-14T16:51:58Z</dcterms:created>
  <dcterms:modified xsi:type="dcterms:W3CDTF">2026-09-14T16:51:58Z</dcterms:modified>
</cp:coreProperties>
</file>