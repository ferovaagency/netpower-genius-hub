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el punto 3: ya estamos en página 1 para Forza. El problema no es que no funcionemos, es que casi nadie nos 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mensaje: no venimos a pedir plata para arreglar lo básico. Lo básico ya está hecho y pagado.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Insistir: 9,2 de posición media significa que el trabajo técnico está hecho. Lo que falta es aparecer en más búsquedas, no rankear mejor en las que ya aparecemos.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es donde se pide el GTIN/EAN oficial de Forza. Sin ese dato, Shopping nos limita.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video negativo es el argumento emocional de la reunión. El gerente de marketing de Forza no sabe que eso está ahí.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aquí. Las tres peticiones que no son dinero bajan la barrera para decir que sí a la que sí lo 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235440" y="4754880"/>
            <a:ext cx="5120640" cy="5120640"/>
          </a:xfrm>
          <a:prstGeom prst="roundRect">
            <a:avLst>
              <a:gd name="adj" fmla="val 17857"/>
            </a:avLst>
          </a:prstGeom>
          <a:solidFill>
            <a:srgbClr val="0AAC9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600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NETPOWER IT  ·  SEPTIEMBRE 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57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Forza en netpowerit.co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089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CE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estamos posicionando hoy, qué demanda estamos dejando pasar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CE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qué haría falta para tomarla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1280160" cy="41148"/>
          </a:xfrm>
          <a:prstGeom prst="rect">
            <a:avLst/>
          </a:prstGeom>
          <a:solidFill>
            <a:srgbClr val="0AAC9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46634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6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cifras de este documento salen de Google Search Console, de la base de datos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6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sitio y de datos de búsqueda de Colombia. Ninguna es estimada salvo donde se indica.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DE PARTIDA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Forza es la marca mejor montada del catálogo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5623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A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328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activas en el sitio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185623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A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5328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precio, foto y stock real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85623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A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5.520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5328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 en inventario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06840" y="169164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0" y="185623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A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4.100+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5328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caracteres de ficha, en promedio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10881360" cy="2240280"/>
          </a:xfrm>
          <a:prstGeom prst="roundRect">
            <a:avLst>
              <a:gd name="adj" fmla="val 408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35661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significa eso en concreto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97764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17 fichas tienen descripción propia, meta título y meta descripción escritos a mano. En el resto del catálogo, 467 de 867 fichas no tienen ni foto ni precio.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sitio ya entrega el HTML completo a Google sin depender de JavaScript, con datos estructurados de producto y precio en cada ficha.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Cubrimos seis líneas Forza: UPS online, reguladores, protectores, supresores, multitomas y estaciones portátiles.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de lo que sigue en esta presentación depende de arreglar el sitio. La base está lista.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base de datos de netpowerit.co, consultada el 14 de septiembre de 2026.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DICE GOOGLE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 estamos en la primera página. Casi nadie nos ve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que contienen «forza» — últimos 90 días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933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A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70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posición media en Google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19933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670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impresiones en 90 días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9933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4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670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 en 90 días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06840" y="18288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35440" y="199339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B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1,1 %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9235440" y="26700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52044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3703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A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bueno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04164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Posición 9,2 es final de la primera página. Las fichas compiten: Google ya las entiende y las considera relevantes. No hay un problema técnico que resolver.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352044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3703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44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grave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04164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impresiones en 90 días es una al día. En ese mismo periodo se hicieron alrededor de 3.500 búsquedas de marca Forza en Colombia. Estamos apareciendo en el 2,6 % de ellas.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Google Search Console, propiedad netpowerit.co, 13 jun – 11 sep 2026, filtro de consulta «contiene forza». El sitio completo: 12.300 impresiones y 187 clics en el mismo periodo.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HALLAZGO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aparecemos cuando ya saben el código del modelo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8 consultas que nos dieron impresiones en 90 días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60350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371600"/>
                <a:gridCol w="10972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Impresiones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Clics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forza fsp-612usbw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forza fdc-1000t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forza fvr-1221usb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forza fpp-t100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multitoma forza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forza fvr-3001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forza fvr 3001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forza fpp-t300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1783080"/>
            <a:ext cx="4480560" cy="3108960"/>
          </a:xfrm>
          <a:prstGeom prst="roundRect">
            <a:avLst>
              <a:gd name="adj" fmla="val 2941"/>
            </a:avLst>
          </a:prstGeom>
          <a:solidFill>
            <a:srgbClr val="0E2C2A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0" y="20116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Siete de las ocho son un código de referencia.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297180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«multitoma forza» está escrita como habla un comprador. Y trajo 7 impresiones.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aparecemos ni una vez en «ups forza», «regulador de voltaje forza» ni «protector de voltaje forza».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074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Traducción: hoy solo nos encuentra quien ya decidió qué modelo quiere. No estamos presentes en el momento en que la persona todavía está eligiendo — que es donde se gana o se pierde la venta.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Google Search Console, 13 jun – 11 sep 2026.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PASA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causa está en el título de cada ficha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nombres vienen del catálogo del distribuidor, en inglés y en clave. Ese texto es el titular de la ficha, el título en Google y el título en Google Shopping. Los tres a la vez.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542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4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803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Forza FVR-1011 Volt Reg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1000VA/500W 115V 4-NEMA 50/60Hz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8404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Forza Zion-2K10N Volt Protector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120V 900J 1-NEMA 50/60Hz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8920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busca «Volt Reg».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0E2C2A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542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8803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Regulador de Voltaje Forza FVR-1011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1000VA / 500W 115V 4 Tomas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8404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Protector de Voltaje Forza Zion 2K10N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 Julios 120V Negro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8920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A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tipo de producto primero, el modelo después.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17 fichas llevan además un SKU autogenerado en vez del código de fábrica, y ninguna tiene código de barras. Eso las deja fuera de buena parte de Google Shopping.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TAMAÑO DEL PREMIO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demanda existe y es fácil de disputar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Búsquedas al mes en Colombia. La dificultad va de 0 a 100: por debajo de 20 se considera disputable.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10512"/>
          <a:ext cx="54406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097280"/>
                <a:gridCol w="10515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Búsqueda de marca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 mes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Dificultad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forza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regulador de voltaje forza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forza 1000va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forza 750va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 ups forza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+ 20 variantes de modelo y de uso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marca Forza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~1.170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810512"/>
          <a:ext cx="5212080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1051560"/>
                <a:gridCol w="9144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Genérico con producto Forza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 mes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regulador de voltaje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12.100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protector de voltaje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estación de energía portátil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online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protector de voltaje para nevera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genérico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~18.860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0080" y="50292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60120" y="52303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capturamos 30 búsquedas al mes de un mercado de unas 20.000. El techo no es el problema: el problema es que no estamos en la conversación.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datos de búsqueda de Colombia (Ubersuggest), consultados el 14 de septiembre de 2026. El genérico se cruza contra las líneas que Forza sí nos suministra.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COMPETENCIA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se queda hoy con «ups forza»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6858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663440"/>
                <a:gridCol w="14630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Quién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Autoridad de dominio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Alkosto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jd-market.com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i="1" dirty="0">
                          <a:solidFill>
                            <a:srgbClr val="0AAC9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Productos populares (fichas gratuitas de Google)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forzaups.com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Ktronix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44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YouTube: «NO COMPRES la UPS Forza 750va»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MercadoLibre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pcsystemcolombia.com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600200"/>
            <a:ext cx="3703320" cy="1600200"/>
          </a:xfrm>
          <a:prstGeom prst="roundRect">
            <a:avLst>
              <a:gd name="adj" fmla="val 5714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7830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hace falta ser Alkosto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194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jd-market está en el puesto 2 con autoridad 19. Es un competidor pequeño ganándole a cadenas grandes.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818120" y="3337560"/>
            <a:ext cx="3703320" cy="1600200"/>
          </a:xfrm>
          <a:prstGeom prst="roundRect">
            <a:avLst>
              <a:gd name="adj" fmla="val 5714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3520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A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puerta abierta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39319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puesto 3 son las fichas gratuitas de Google Shopping. No cuestan pauta y hoy no las tenemos activadas.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507492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BEEEC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0120" y="52578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C44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video titulado «NO COMPRES la UPS Forza 750va» está en el puesto 8 de la búsqueda de marca. Ningún distribuidor está defendiendo la marca con contenido propio.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análisis de resultados de Google para «ups forza», Colombia, 14 de septiembre de 2026. netpowerit.co tiene autoridad de dominio 4.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HALLAZGO INCÓMODO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la gente busca no es lo que nos surten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se busca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 interactivas de consumo: NT-751, NT-1011, BT-751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Rangos de 500VA a 1000VA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los modelos que rankean Alkosto y Ktronix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Concentran cerca de 790 búsquedas al mes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4348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4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estos no tenemos ni uno.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7830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tenemos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28600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 online Atlas 3K, 6K y 10K, y FDC-1000T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profesional, de 795 mil a 7,5 millones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reguladores y cuatro protectores de voltaje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estaciones de energía portátiles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44348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 sí competimos, y nadie lo pelea.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303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consecuencia práctica: contra la búsqueda de marca genérica competimos sin producto. Donde sí tenemos producto — UPS online, reguladores, protectores, estaciones portátiles — la competencia es mucho menor y el ticket es mayor. Ahí es donde conviene poner el dinero.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HARÍAMOS · SIN COSTO DE MEDIOS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orgánico: cinco movimientos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881360" cy="859536"/>
          </a:xfrm>
          <a:prstGeom prst="roundRect">
            <a:avLst>
              <a:gd name="adj" fmla="val 10638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91640"/>
            <a:ext cx="438912" cy="438912"/>
          </a:xfrm>
          <a:prstGeom prst="ellipse">
            <a:avLst/>
          </a:prstGeom>
          <a:solidFill>
            <a:srgbClr val="0AAC9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55648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60934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Reescribir los 17 títulos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1911096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producto primero, modelo después, en español. Es el mismo texto en la ficha, en Google y en Shopping.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166420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hace elegibles para «regulador de voltaje forza» y sus variantes. Listo en 1 día.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414016"/>
            <a:ext cx="10881360" cy="859536"/>
          </a:xfrm>
          <a:prstGeom prst="roundRect">
            <a:avLst>
              <a:gd name="adj" fmla="val 10638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624328"/>
            <a:ext cx="438912" cy="438912"/>
          </a:xfrm>
          <a:prstGeom prst="ellipse">
            <a:avLst/>
          </a:prstGeom>
          <a:solidFill>
            <a:srgbClr val="0AAC9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268833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2542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Cargar MPN y código de barras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2843784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las 17 llevan un SKU autogenerado. Sin identificador, Google Shopping limita la ficha.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59689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Requiere que Forza nos entregue el GTIN/EAN oficial de cada referencia.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346704"/>
            <a:ext cx="10881360" cy="859536"/>
          </a:xfrm>
          <a:prstGeom prst="roundRect">
            <a:avLst>
              <a:gd name="adj" fmla="val 10638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557016"/>
            <a:ext cx="438912" cy="438912"/>
          </a:xfrm>
          <a:prstGeom prst="ellipse">
            <a:avLst/>
          </a:prstGeom>
          <a:solidFill>
            <a:srgbClr val="0AAC9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3621024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3474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Página de marca /marca/forza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377647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página propia de Forza con las 17 referencias, no un filtro de la tienda.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35295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Compite por «ups forza» y «forza colombia». Hoy esa página no existe.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279392"/>
            <a:ext cx="10881360" cy="859536"/>
          </a:xfrm>
          <a:prstGeom prst="roundRect">
            <a:avLst>
              <a:gd name="adj" fmla="val 10638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4489704"/>
            <a:ext cx="438912" cy="438912"/>
          </a:xfrm>
          <a:prstGeom prst="ellipse">
            <a:avLst/>
          </a:prstGeom>
          <a:solidFill>
            <a:srgbClr val="0AAC9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4553712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481328" y="44074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que responde antes de la compra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1481328" y="47091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«UPS online o interactiva», «qué regulador necesita una nevera», «por qué pita una UPS».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446227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búsquedas con dificultad entre 1 y 15. Y es la forma de contrarrestar el video negativo.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212080"/>
            <a:ext cx="10881360" cy="859536"/>
          </a:xfrm>
          <a:prstGeom prst="roundRect">
            <a:avLst>
              <a:gd name="adj" fmla="val 10638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5422392"/>
            <a:ext cx="438912" cy="438912"/>
          </a:xfrm>
          <a:prstGeom prst="ellipse">
            <a:avLst/>
          </a:prstGeom>
          <a:solidFill>
            <a:srgbClr val="0AAC9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8680" y="5486400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1481328" y="534009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Activar las fichas gratuitas de Shopping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1481328" y="5641848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puesto 3 de la búsqueda de marca y no cuesta medios.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53949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del punto 2 y de terminar la limpieza de precios del catálogo.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puntos 1, 3 y 4 los ejecuta Ferova. Los puntos 2 y 5 dependen de información y de decisiones de Forza y de NetPower.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HARÍAMOS · CON INVERSIÓN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pauta: dónde pondríamos el dinero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447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se ha hecho pauta para este catálogo. No hay histórico propio, así que lo que sigue es una referencia de mercado, no una proyección de resultados.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1737360"/>
                <a:gridCol w="39319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Frente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cubre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CPC de referencia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qué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Shopping / Performance Max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 17 fichas, con foto y precio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 – $500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el formato que ocupa el puesto 3 de la búsqueda de marca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Búsqueda de marca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«ups forza», «regulador forza» y variantes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 – $500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Dificultad 11 a 13 y CPC bajo: es el tráfico más barato del plan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Búsqueda B2B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«ups online», «ups para servidor»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$1.700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CPC alto porque el ticket es alto: aquí está el Atlas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Genéricos de consumo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«protector de voltaje para nevera» y familia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 – $250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3.600 búsquedas al mes y tenemos cuatro referencias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20624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43891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compra un millón de pesos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7548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un CPC promedio de $400, alrededor de 2.500 visitas al mes a fichas con precio y stock. Cuántas de esas compran no se puede estimar sin histórico: eso lo mide el primer mes.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420624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0E2C2A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43891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A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lo proponemos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47548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1 de medición, con presupuesto contenido y todo el foco en dejar bien atribuida cada venta. Mes 2 y 3 se mueve el dinero hacia lo que haya convertido. Sin datos del mes 1, subir el presupuesto es apostar.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 en pesos colombianos, referencia de mercado para Colombia (Ubersuggest, 14 sep 2026). Son estimaciones, no un compromiso de resultado.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NECESITAMOS DE FORZA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cosas, y solo una es dinero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932688"/>
          </a:xfrm>
          <a:prstGeom prst="roundRect">
            <a:avLst>
              <a:gd name="adj" fmla="val 9804"/>
            </a:avLst>
          </a:prstGeom>
          <a:solidFill>
            <a:srgbClr val="16403D"/>
          </a:solidFill>
          <a:ln w="12700">
            <a:solidFill>
              <a:srgbClr val="2351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2212848"/>
            <a:ext cx="438912" cy="438912"/>
          </a:xfrm>
          <a:prstGeom prst="ellipse">
            <a:avLst/>
          </a:prstGeom>
          <a:solidFill>
            <a:srgbClr val="0AAC9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227685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27632" y="21214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Presupuesto de pauta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27632" y="2468880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arrancar el mes de medición sobre las 17 referencias que ya están listas.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10698480" cy="932688"/>
          </a:xfrm>
          <a:prstGeom prst="roundRect">
            <a:avLst>
              <a:gd name="adj" fmla="val 9804"/>
            </a:avLst>
          </a:prstGeom>
          <a:solidFill>
            <a:srgbClr val="16403D"/>
          </a:solidFill>
          <a:ln w="12700">
            <a:solidFill>
              <a:srgbClr val="2351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3264408"/>
            <a:ext cx="438912" cy="438912"/>
          </a:xfrm>
          <a:prstGeom prst="ellipse">
            <a:avLst/>
          </a:prstGeom>
          <a:solidFill>
            <a:srgbClr val="3AAE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87552" y="332841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27632" y="31729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GTIN o EAN de cada referencia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627632" y="3520440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código de barras, Google Shopping limita la ficha. Es un archivo, no un proyecto.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069080"/>
            <a:ext cx="10698480" cy="932688"/>
          </a:xfrm>
          <a:prstGeom prst="roundRect">
            <a:avLst>
              <a:gd name="adj" fmla="val 9804"/>
            </a:avLst>
          </a:prstGeom>
          <a:solidFill>
            <a:srgbClr val="16403D"/>
          </a:solidFill>
          <a:ln w="12700">
            <a:solidFill>
              <a:srgbClr val="2351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" y="4315968"/>
            <a:ext cx="438912" cy="438912"/>
          </a:xfrm>
          <a:prstGeom prst="ellipse">
            <a:avLst/>
          </a:prstGeom>
          <a:solidFill>
            <a:srgbClr val="3AAE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87552" y="437997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627632" y="42245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logo oficial de la marca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627632" y="4572000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publicarlo en la franja de marcas de la página de inicio. Hoy Forza aparece solo como texto.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5120640"/>
            <a:ext cx="10698480" cy="932688"/>
          </a:xfrm>
          <a:prstGeom prst="roundRect">
            <a:avLst>
              <a:gd name="adj" fmla="val 9804"/>
            </a:avLst>
          </a:prstGeom>
          <a:solidFill>
            <a:srgbClr val="16403D"/>
          </a:solidFill>
          <a:ln w="12700">
            <a:solidFill>
              <a:srgbClr val="2351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5367528"/>
            <a:ext cx="438912" cy="438912"/>
          </a:xfrm>
          <a:prstGeom prst="ellipse">
            <a:avLst/>
          </a:prstGeom>
          <a:solidFill>
            <a:srgbClr val="3AAE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87552" y="543153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627632" y="52760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Surtido de la línea de consumo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627632" y="5623560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NT-751, NT-1011 y BT-751 concentran la búsqueda de marca y no las tenemos.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cambio, Forza es la primera marca con página propia, contenido propio y pauta dedicada en netpowerit.co.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2026-09-14T16:07:04Z</dcterms:created>
  <dcterms:modified xsi:type="dcterms:W3CDTF">2026-09-14T16:07:04Z</dcterms:modified>
</cp:coreProperties>
</file>