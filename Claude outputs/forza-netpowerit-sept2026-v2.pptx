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punto 3: ya estamos en página 1 para Forza. El problema no es que no funcionemos, es que casi nadie nos 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mensaje: no venimos a pedir plata para arreglar lo básico. Lo básico ya está hecho.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9,2 de posición media significa que el trabajo técnico está hecho. Lo que falta es aparecer en más búsquedas, no rankear mejor en las que ya aparecemos.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se pide el GTIN/EAN oficial de Forza. Sin ese dato, Shopping nos limita.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para el gerente de marca. Forza no sabe que empata con APC en Colombia y que su clic cuesta la mitad.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 negativo es el argumento emocional de la reunión. El gerente de marketing de Forza no sabe que eso está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junta todo: hay demanda, hay inventario, y hasta esta semana no teníamos con qué responderle.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aquí. Las tres peticiones que no son dinero bajan la barrera para decir que sí a la que sí lo 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235440" y="4754880"/>
            <a:ext cx="5120640" cy="5120640"/>
          </a:xfrm>
          <a:prstGeom prst="roundRect">
            <a:avLst>
              <a:gd name="adj" fmla="val 17857"/>
            </a:avLst>
          </a:prstGeom>
          <a:solidFill>
            <a:srgbClr val="0AAC9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00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NETPOWER IT  ·  SEPTIEMBRE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Forza en netpowerit.co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CE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estamos posicionando hoy, qué demanda deja libre el mercado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CE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qué abre el catálogo de septiembre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1280160" cy="41148"/>
          </a:xfrm>
          <a:prstGeom prst="rect">
            <a:avLst/>
          </a:prstGeom>
          <a:solidFill>
            <a:srgbClr val="0AAC9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6634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6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cifras de este documento salen de Google Search Console, de la base de datos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6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sitio y de datos de búsqueda de Colombia. Ninguna es estimada salvo donde se indica.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catálogo Forza pasa de 17 a 53 referencias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publicadas hoy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856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AE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que entran ahora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56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16.225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inventario Forza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8562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5328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producto distintas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0881360" cy="2240280"/>
          </a:xfrm>
          <a:prstGeom prst="roundRect">
            <a:avLst>
              <a:gd name="adj" fmla="val 408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5661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qué base arrancamos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9776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17 publicadas tienen precio, foto, stock, descripción propia, meta título y meta descripción escritos a mano. Es la marca mejor mantenida del sitio: en el resto del catálogo, 467 de 867 fichas no tienen ni foto ni precio.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sitio entrega el HTML completo a Google sin depender de JavaScript, con datos estructurados de producto y precio en cada ficha.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de septiembre trae el MPN oficial de las 53. Ese dato es el que hoy nos falta para competir en Google Shopping.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lo que sigue depende de arreglar el sitio. La base técnica está lista y pagada.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base de datos de netpowerit.co y «Lista de Precios Forza Completa – Septiembre 2026», ambas al 14 de septiembre de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 GOOGLE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estamos en la primera página. Casi nadie nos 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que contienen «forza» — últimos 90 días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media en Google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impresiones en 90 días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en 90 días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6840" y="18288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19933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1,1 %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bueno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0416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9,2 es final de la primera página. Las fichas compiten: Google ya las entiende y las considera relevantes. No hay un problema técnico que resolver.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grave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0416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impresiones en 90 días es una al día. En ese mismo periodo se hicieron alrededor de 3.500 búsquedas de marca Forza en Colombia. Estamos apareciendo en el 2,6 % de ellas.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Google Search Console, propiedad netpowerit.co, 13 jun – 11 sep 2026, filtro de consulta «contiene forza». El sitio completo: 12.300 impresiones y 187 clics en el mismo periodo.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HALLAZGO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aparecemos cuando ya saben el código del modelo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8 consultas que nos dieron impresiones en 90 días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37160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Impresiones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fsp-612usbw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fdc-1000t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fvr-1221usb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fpp-t100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multitoma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fvr-3001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fvr 3001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fpp-t300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783080"/>
            <a:ext cx="4480560" cy="3108960"/>
          </a:xfrm>
          <a:prstGeom prst="roundRect">
            <a:avLst>
              <a:gd name="adj" fmla="val 2941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0" y="20116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de las ocho son un código de referencia.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9718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«multitoma forza» está escrita como habla un comprador. Y trajo 7 impresiones.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aparecemos ni una vez en «ups forza», «regulador de voltaje forza» ni «protector de voltaje forza».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Traducción: hoy solo nos encuentra quien ya decidió qué modelo quiere. No estamos presentes en el momento en que la persona todavía está eligiendo — que es donde se gana o se pierde la venta.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Google Search Console, 13 jun – 11 sep 2026.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PASA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causa está en el título de cada ficha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nombres vienen del catálogo del distribuidor, en inglés y en clave. Ese texto es el titular de la ficha, el título en Google y el título en Google Shopping. Los tres a la vez.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 FVR-1011 Volt Reg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1000VA/500W 115V 4-NEMA 50/60Hz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 Zion-2K10N Volt Protector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120V 900J 1-NEMA 50/60Hz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92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busca «Volt Reg».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80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Regulador de Voltaje Forza FVR-1011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1000VA / 500W 115V 4 Tomas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840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Protector de Voltaje Forza Zion 2K10N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Julios 120V Negro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892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tipo de producto primero, el modelo después.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17 fichas llevan además un SKU autogenerado en vez del código de fábrica, y ninguna tiene código de barras. Eso las deja fuera de buena parte de Google Shopping.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TAMAÑO DEL PREMIO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línea que entra ataca una búsqueda concreta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Búsquedas al mes en Colombia. La dificultad va de 0 a 100: por debajo de 20 se considera disputable.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77240"/>
                <a:gridCol w="1234440"/>
                <a:gridCol w="3200400"/>
                <a:gridCol w="1143000"/>
                <a:gridCol w="868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 que ataca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Reguladores de voltaje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regulador de voltaje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Protectores y supresores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protector de voltaje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Generadores portátiles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planta eléctrica portátil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interactiva NT y BT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y sus variantes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Paneles solares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 solar portátil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online, bi y trifásica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online · ups trifásica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Multitomas, miniUPS y baterías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multitoma · batería para ups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~20.100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capturamos 30 búsquedas al mes de un mercado de unas 20.000. Y con las 36 referencias nuevas pasamos a tener producto en todas las líneas de esa tabla, no en tres.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datos de búsqueda de Colombia (Ubersuggest), 14 de septiembre de 2026. Inventario: lista de precios Forza de septiembre de 2026.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SUELE MIRAR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Forza empata con APC en demanda de marca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marcas de UPS que distribuye NetPower IT, medidas por su propia búsqueda de marca en Colombia.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325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 de marca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 en Google Ads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apc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cdp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powest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830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clic más barato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377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Traer a alguien que busca «ups forza» cuesta 495 pesos. El mismo clic en APC cuesta 1.145: más del doble, con la misma demanda detrás.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7947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0050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estable, no una moda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3891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últimos 13 meses «ups forza» se movió entre 390 y 590 búsquedas mensuales. No depende de una campaña ni de una temporada: es demanda de fondo que está ahí todos los meses.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37947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40050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eso significa para NetPower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43891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cuatro marcas de UPS que distribuimos, Forza es la de mayor demanda y la más barata de pautar. Si hay que elegir una marca para concentrar el esfuerzo, los números dicen que es esta.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Ubersuggest, Colombia, 14 de septiembre de 2026. CPC convertido a pesos colombianos a la TRM implícita de la herramienta.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COMPETENCIA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se queda hoy con «ups forza»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6634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 de dominio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Alkosto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jd-market.com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i="1" dirty="0">
                          <a:solidFill>
                            <a:srgbClr val="0AAC9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Productos populares (fichas gratuitas de Google)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forzaups.com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Ktronix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YouTube: «NO COMPRES la UPS Forza 750va»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MercadoLibre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pcsystemcolombia.com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03320" cy="1600200"/>
          </a:xfrm>
          <a:prstGeom prst="roundRect">
            <a:avLst>
              <a:gd name="adj" fmla="val 571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hace falta ser Alkosto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194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jd-market está en el puesto 2 con autoridad 19. Es un competidor pequeño ganándole a cadenas grandes.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18120" y="3337560"/>
            <a:ext cx="3703320" cy="1600200"/>
          </a:xfrm>
          <a:prstGeom prst="roundRect">
            <a:avLst>
              <a:gd name="adj" fmla="val 571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520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puerta abierta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931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puesto 3 son las fichas gratuitas de Google Shopping. No cuestan pauta y hoy no las tenemos activadas.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BEEEC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C4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video titulado «NO COMPRES la UPS Forza 750va» está en el puesto 8 de la búsqueda de marca. Ningún distribuidor está defendiendo la marca con contenido propio.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análisis de resultados de Google para «ups forza», Colombia, 14 de septiembre de 2026. netpowerit.co tiene autoridad de dominio 4.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CAMBIA AHORA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hueco que teníamos se cierra esta semana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la lista de septiembre, la búsqueda de marca pedía modelos que no teníamos. Ese era el principal motivo por el que no competíamos.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  <a:gridCol w="3291840"/>
                <a:gridCol w="164592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la gente busca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1000va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NT-1011 · BT-1001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750va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NT-751 · BT-751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 ups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DC-140USB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pedido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bt 1001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BT-1001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500va nt511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NT-511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 solar portátil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FPV-T060W · T100W · T200W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planta eléctrica portátil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FPP-T700 · FPP-T1200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84632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983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teníamos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Reguladores, protectores y UPS online: producto profesional, ticket alto, competencia baja.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484632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4983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suma ahora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línea de consumo y la de energía portátil, que son las que mueven el volumen de búsqueda.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según la lista de precios Forza de septiembre de 2026. «Antes» indica si la referencia estaba publicada en netpowerit.co hasta esta semana.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HARÍAMOS · SIN COSTO DE MEDIOS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orgánico: cinco movimientos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6093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Reescribir los 53 títulos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91109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producto primero, modelo después, en español. Es el mismo texto en la ficha, en Google y en Shopping.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6642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hace elegibles para «regulador de voltaje forza» y sus variantes. Listo en 1 día.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14016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24328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68833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Cargar el MPN de las 53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284378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de septiembre trae el MPN oficial. Hoy las fichas llevan un SKU autogenerado.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5968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aplicamos nosotros al subir el catálogo. Falta solo el GTIN/EAN para Shopping.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57016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62102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474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de marca /marca/forza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77647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página propia de Forza con las 53 referencias, no un filtro de la tienda.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5295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Compite por «ups forza» y «forza colombia». Hoy esa página no existe.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279392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489704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55371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481328" y="4407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que responde antes de la compra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4709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«UPS online o interactiva», «qué regulador necesita una nevera», «por qué pita una UPS».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4622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búsquedas con dificultad entre 1 y 15. Y es la forma de contrarrestar el video negativo.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212080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422392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" y="548640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481328" y="53400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Activar las fichas gratuitas de Shopping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56418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puesto 3 de la búsqueda de marca y no cuesta medios.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394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del punto 2 y de terminar la limpieza de precios del catálogo.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puntos 1, 3 y 4 los ejecuta Ferova. Los puntos 2 y 5 dependen de información y de decisiones de Forza y de NetPower.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HARÍAMOS · CON INVERSIÓN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pauta: dónde pondríamos el dinero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se ha hecho pauta para este catálogo. No hay histórico propio, así que lo que sigue es una referencia de mercado, no una proyección de resultados.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737360"/>
                <a:gridCol w="3931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cubre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 de referencia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Shopping / Performance Max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53 fichas, con foto y precio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 – $500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el formato que ocupa el puesto 3 de la búsqueda de marca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 de marca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«ups forza», «regulador forza» y variantes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 – $500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 11 a 13 y CPC bajo: es el tráfico más barato del plan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 B2B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«ups online», «ups para servidor»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 alto porque el ticket es alto: aquí está el Atlas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Genéricos de consumo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«protector de voltaje para nevera» y familia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 – $250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3.600 búsquedas al mes y tenemos cuatro referencias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2062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3891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compra un millón de pesos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 CPC promedio de $400, alrededor de 2.500 visitas al mes a fichas con precio y stock. Cuántas de esas compran no se puede estimar sin histórico: eso lo mide el primer mes.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42062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43891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proponemos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4754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1 de medición, con presupuesto contenido y todo el foco en dejar bien atribuida cada venta. Mes 2 y 3 se mueve el dinero hacia lo que haya convertido. Sin datos del mes 1, subir el presupuesto es apostar.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en pesos colombianos, referencia de mercado para Colombia (Ubersuggest, 14 sep 2026). Son estimaciones, no un compromiso de resultado.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NECESITAMOS DE FORZA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cosas, y solo una es dinero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212848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27685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2121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de pauta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246888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arrancar el mes de medición sobre las 53 referencias del catálogo de septiembre.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3264408"/>
            <a:ext cx="438912" cy="438912"/>
          </a:xfrm>
          <a:prstGeom prst="ellipse">
            <a:avLst/>
          </a:prstGeom>
          <a:solidFill>
            <a:srgbClr val="3AAE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332841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27632" y="3172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GTIN o EAN de cada referencia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27632" y="352044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MPN ya nos lo dio la lista de septiembre. Falta el código de barras, que es lo que Shopping pide. Es un archivo, no un proyecto.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4315968"/>
            <a:ext cx="438912" cy="438912"/>
          </a:xfrm>
          <a:prstGeom prst="ellipse">
            <a:avLst/>
          </a:prstGeom>
          <a:solidFill>
            <a:srgbClr val="3AAE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437997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27632" y="4224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logo oficial de la marca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publicarlo en la franja de marcas de la página de inicio. Hoy Forza aparece solo como texto.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5367528"/>
            <a:ext cx="438912" cy="438912"/>
          </a:xfrm>
          <a:prstGeom prst="ellipse">
            <a:avLst/>
          </a:prstGeom>
          <a:solidFill>
            <a:srgbClr val="3AAE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" y="543153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276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Fotos y fichas técnicas en alta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27632" y="562356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trae los enlaces, pero la columna de foto viene vacía. Sin imagen propia, Google Shopping rechaza la ficha.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cambio, Forza es la primera marca con página propia, contenido propio y pauta dedicada en netpowerit.co.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2026-09-14T16:34:50Z</dcterms:created>
  <dcterms:modified xsi:type="dcterms:W3CDTF">2026-09-14T16:34:50Z</dcterms:modified>
</cp:coreProperties>
</file>